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65" d="100"/>
          <a:sy n="65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7C6A-4E25-86CA-B626-E02D1B18B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0F1C4-3AB9-5406-9CBE-6F4EA395A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24E24-CC45-E30B-F24E-5D5B6F7C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6CC3-618B-2E53-74FD-1FBFCA52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33385-DC5C-703D-33E8-9838AE6F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516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024F4-3BF9-DA07-1116-C2980F92D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BE292-0735-5B5D-CEC1-64CF468C7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FEE80-10A9-F1E7-5F93-3869F32D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0FC3-FB8A-BBB4-4009-214DF48B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E3484-BBFE-D239-F56D-6A4BF364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87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8C4D-21D8-232B-E8F3-E71EE86E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1D52D-9A6F-00A8-81AF-5DA4D0B86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F76F3-8093-9526-6992-1DDC97E5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9419-75EF-F131-C10D-B2C98285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93CF3-EDEB-E310-74BE-482A19B0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3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99B6-4C54-BB67-F0FE-EE3CE2C2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DD4CB-ED00-A1D1-158B-15AFAE917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3491D-D6C2-E67C-AA60-FFE5428D3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46B6A-3669-38C1-9D50-FAB5E85C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67B2C-8026-15F5-647C-A64D2EA7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463C0-04C2-8222-D2F7-DAFE3E4A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5979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630CF-092F-94F7-F1AE-527C6C99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B3BC5-7691-E16A-F333-7DAC7AC5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6D8F3-6A0C-EDD3-6005-BDD037BE6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913854-CE2A-2DFE-5945-EAEC2E4EB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8E9D1B-1B6C-8DB5-3DB3-5A65C5A6F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533A9-D3DE-9DBC-F4AB-D56DF1DD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C19F5-542C-1052-B955-F5C1917D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0D1845-DEAE-B4D8-99BC-11D55D0A9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963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CB13-4090-4471-3C5C-CFA5E4D3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7AD81-9672-C837-389B-D45CB7C8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05C2-56E4-46A3-A568-F1EDEDA4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F86A5-3B8F-9D6B-09B6-B23CD760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294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44074-9D5B-E4ED-5065-9125A0FC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22B6E-2657-3352-1852-DEF9C0D43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CED00-4000-2C49-C477-7CFA8B64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455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F9FF-5F87-91BD-8FB1-ADA12561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E78B-7969-DF22-F68E-1817BBCEB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BF181-20C8-233F-C6EA-50B982C1B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9EF83-7DC9-C309-6507-D7E5C93F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05676-BAC6-D9AB-7A55-E9DAE261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1950F-9882-9398-921A-9D7E39F9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483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30E83-C5AE-B8AE-AF8A-5F95549E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EDCB6-6924-95AD-4A44-0481624D2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8B4A6-5B47-8E4D-27FA-E44142ABB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D8043-D8C0-0EC0-CEA6-EC903CDB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D20A2-B9E3-3FE0-ECB9-86242D31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7356D-AD8C-D174-7A81-835AD8E7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4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6572-EF88-F955-04C4-E5524012E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37E01-C252-9C05-D7AC-AF0B19335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36180-6B15-8A4A-EE00-31741E79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29E16-BE18-EBA5-CA31-8564E3C5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96C7-ECEB-7E2C-6287-2DCCFD05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78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55BBE6-8BE7-B615-D348-C2F8E7CB0C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CE5F11-BC44-6F4E-E2BC-EE3208346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01E0B-721C-1344-3F57-9AAF86C9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2BC9C-65A9-E753-93DE-0F732C87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C53A5-29D3-AD34-9520-3886A4D3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352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79C9F-1C94-0C18-4A1F-5C1A896E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67624-7ECB-AF7D-96BC-21C9F547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9DCA7-A98A-B2DF-832A-4F2241C2C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C4FA1-4552-4E02-AFAF-9CCBBF20603F}" type="datetimeFigureOut">
              <a:rPr lang="en-CA" smtClean="0"/>
              <a:t>2025-04-11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8E45D-57BC-A26A-726E-D6B03173F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B6DEE-EF78-7CF3-AA20-841BA1F6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AF129-3C5E-47DA-B8F9-0C31D991D5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5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474D-9282-644C-3F47-49383E5B6E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7691D-59C8-D709-34D3-F4C11ACA70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F3816-F41B-79AA-4B4D-6F78ADC81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12192000" cy="68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5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7C0F-D338-4A9D-E71D-0468A23CB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5002-0CF3-5E46-147E-577B9F431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8EABA-430B-9036-479D-C3C9E6D63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12192000" cy="6855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2E0C7-7287-8948-843F-20AE3C1AF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24"/>
          <a:stretch/>
        </p:blipFill>
        <p:spPr>
          <a:xfrm>
            <a:off x="6769510" y="1042"/>
            <a:ext cx="5422490" cy="68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51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4D39-6D77-4075-9B16-A0DE3A46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69B5A-930F-4EEC-55F0-AABB3C3E6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B6D5F-DA9C-E4B4-314D-70F2A49D2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12192000" cy="6855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CDB09D-D141-8AF9-46B9-5A9AFDC43E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056"/>
          <a:stretch/>
        </p:blipFill>
        <p:spPr>
          <a:xfrm>
            <a:off x="5737122" y="1042"/>
            <a:ext cx="6454877" cy="6855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B6C4E8-9EEE-C089-AE2B-6C6837AD0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678"/>
          <a:stretch/>
        </p:blipFill>
        <p:spPr>
          <a:xfrm>
            <a:off x="8495070" y="1042"/>
            <a:ext cx="3696929" cy="68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8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545F-989B-6AA6-2FAD-78499D5A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FE15-4B5F-D87C-2462-B8B00B2DC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56AB4-FED4-FFBA-0DE7-0877FC61B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"/>
            <a:ext cx="12192000" cy="6855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3B752D-8625-A660-39A1-55DC7E6F8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531" r="67339"/>
          <a:stretch/>
        </p:blipFill>
        <p:spPr>
          <a:xfrm>
            <a:off x="0" y="2505620"/>
            <a:ext cx="3982065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63F54B-9A2F-CEB9-B457-B8674FFF2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339" t="34834"/>
          <a:stretch/>
        </p:blipFill>
        <p:spPr>
          <a:xfrm>
            <a:off x="8209934" y="2389238"/>
            <a:ext cx="3982066" cy="44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1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Yoseff Abu Dayeh</dc:creator>
  <cp:lastModifiedBy>Yoseff Abu Dayeh</cp:lastModifiedBy>
  <cp:revision>1</cp:revision>
  <dcterms:created xsi:type="dcterms:W3CDTF">2025-04-12T02:42:01Z</dcterms:created>
  <dcterms:modified xsi:type="dcterms:W3CDTF">2025-04-12T02:42:49Z</dcterms:modified>
</cp:coreProperties>
</file>